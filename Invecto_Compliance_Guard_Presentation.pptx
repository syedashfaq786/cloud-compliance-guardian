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303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749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Invecto Compliance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Calibri"/>
              </a:defRPr>
            </a:pPr>
            <a:r>
              <a:t>AI-Powered Cloud Compliance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051560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"Cloud misconfigurations cause 65% of security incidents — enterprises lack a unified, AI-driven compliance engine that audits across multiple frameworks, cloud providers, and container platforms in real time."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5029200" cy="16459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9F43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Syed Ashfaq Mohiddin — Project Lead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9F43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Swastik Shetty — Mentor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84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88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AWS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4196983600" y="484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4196983600" y="488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Azure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8388023600" y="484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08388023600" y="488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GCP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1806852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1806856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Terraform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4196983600" y="41806852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4196983600" y="41806856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8388023600" y="41806852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08388023600" y="41806856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K8s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83613220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83613224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CIS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4196983600" y="83613220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4196983600" y="83613224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NIST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08388023600" y="836132206320"/>
            <a:ext cx="1188720" cy="320040"/>
          </a:xfrm>
          <a:prstGeom prst="roundRect">
            <a:avLst/>
          </a:prstGeom>
          <a:solidFill>
            <a:srgbClr val="1A1A0D"/>
          </a:solidFill>
          <a:ln w="12700">
            <a:solidFill>
              <a:srgbClr val="3D2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08388023600" y="83613224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F43"/>
                </a:solidFill>
                <a:latin typeface="Calibri"/>
              </a:defRPr>
            </a:pPr>
            <a:r>
              <a:t>CCM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"Cyber-AI"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051560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Traditional compliance tools operate in silos — separate tools for AWS vs Azure vs GCP, separate scanners for Terraform vs Docker vs Kubernetes, and manual mapping to CIS/NIST/CCM frameworks. Security teams spend 70%+ of their time on manual audit configuration rather than actual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246888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50800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Calibri"/>
              </a:defRPr>
            </a:pPr>
            <a:r>
              <a:t>$4.45M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Avg. breach cost</a:t>
            </a:r>
            <a:br/>
            <a:r>
              <a:t>(IBM 2023)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383280"/>
            <a:ext cx="246888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3383280"/>
            <a:ext cx="50800" cy="11887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43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Breaches involve</a:t>
            </a:r>
            <a:br/>
            <a:r>
              <a:t>cloud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383280"/>
            <a:ext cx="246888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383280"/>
            <a:ext cx="5080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Orgs fail first</a:t>
            </a:r>
            <a:br/>
            <a:r>
              <a:t>compliance audit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3383280"/>
            <a:ext cx="2468880" cy="11887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3383280"/>
            <a:ext cx="50800" cy="1188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Calibri"/>
              </a:defRPr>
            </a:pPr>
            <a:r>
              <a:t>₹250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DPDP Act max</a:t>
            </a:r>
            <a:br/>
            <a:r>
              <a:t>penalty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051560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Enterprise Cloud Teams &amp; DevSecOps — managing multi-cloud infrastructure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Financial Services — RBI-regulated banks requiring continuous compliance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Healthcare &amp; Critical Infrastructure — HIPAA, DPDP Act requirements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Proposed AI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Bespoke AI-Enhanced Platform — built from scratch with a custom compliance engine + Cisco Sec-8B LLM inference for context-aware auditing. Not an out-of-the-box wrapper.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45920"/>
            <a:ext cx="5212080" cy="13716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THE "AI SECRET SAUCE"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8B5CF6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Cisco Sec-8B LLM — context-aware IaC analysis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8B5CF6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Predictive compliance scoring + trend analysis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8B5CF6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Auto-generated HCL/YAML fix snippets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8B5CF6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Single scan → CIS + NIST + CCM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CORE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34747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34747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DATA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114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Cloud APIs (AWS/Azure/GCP)</a:t>
            </a:r>
            <a:br/>
            <a:r>
              <a:t>Terraform files</a:t>
            </a:r>
            <a:br/>
            <a:r>
              <a:t>Docker/K8s manifests</a:t>
            </a:r>
            <a:br/>
            <a:r>
              <a:t>GitHub repos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754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57600"/>
            <a:ext cx="34747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657600"/>
            <a:ext cx="347472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  <a:latin typeface="Calibri"/>
              </a:defRPr>
            </a:pPr>
            <a:r>
              <a:t>AI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114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Cisco Sec-8B LLM Inference</a:t>
            </a:r>
            <a:br/>
            <a:r>
              <a:t>CIS/NIST/CCM Rule Engine</a:t>
            </a:r>
            <a:br/>
            <a:r>
              <a:t>Severity Classification</a:t>
            </a:r>
            <a:br/>
            <a:r>
              <a:t>Topology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754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657600"/>
            <a:ext cx="3474720" cy="25603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4747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SECURITY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114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80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Compliance Dashboard</a:t>
            </a:r>
            <a:br/>
            <a:r>
              <a:t>PDF/CSV/JSON Reports</a:t>
            </a:r>
            <a:br/>
            <a:r>
              <a:t>Auto-Remediation</a:t>
            </a:r>
            <a:br/>
            <a:r>
              <a:t>Drift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Technical Innovation &amp; "Persistence"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21208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HOW WE DIFFER FROM ZSCALER / PRISMA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9F43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Unified multi-framework (CIS + NIST + CCM) in single scan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9F43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AI-powered via Cisco Sec-8B — not pattern-matching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9F43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Full container compliance (Docker + K8s) alongside cloud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9F43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Real-time topology visualization with compliance heatmap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9F43"/>
                </a:solidFill>
                <a:latin typeface="Calibri"/>
              </a:rPr>
              <a:t>▸ </a:t>
            </a:r>
            <a:r>
              <a:rPr sz="1200" b="1">
                <a:solidFill>
                  <a:srgbClr val="FF9F43"/>
                </a:solidFill>
                <a:latin typeface="Calibri"/>
              </a:rPr>
              <a:t>Privacy-first:</a:t>
            </a:r>
            <a:r>
              <a:rPr sz="1200">
                <a:solidFill>
                  <a:srgbClr val="FFFFFF"/>
                </a:solidFill>
                <a:latin typeface="Calibri"/>
              </a:rPr>
              <a:t> all inference on private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5212080" cy="27432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SELF-HEALING /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5740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Scan cache persistence — survives server restarts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Encrypted credential vault (.data directory)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Graceful degradation to deterministic rule engine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WebSocket real-time drift detection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0607040" cy="173736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Python, FastAPI, Uvicorn, Cisco Sec-8B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Next.js 14, React, Glassmorphic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Boto3, Azure SDK, Google Cloud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ReportLab PDF, CSV,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Business Impact &amp;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21208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EFFICIENCY GAINS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MTTD reduced by 85% (4hrs → 35 seconds)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500+ controls in single scan — replaces 3 separate tools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MTTR reduced 60% — auto-generated fix snippets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C55E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10+ hours saved per audit cycle — auto-reports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521208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6EF7"/>
                </a:solidFill>
                <a:latin typeface="Calibri"/>
              </a:defRPr>
            </a:pPr>
            <a:r>
              <a:t>REGULATORY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4F6EF7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DPDP Act (India) — data classification &amp; access auditing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F6EF7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RBI Guidelines — IAM, encryption, key rotation checks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F6EF7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CIS Benchmarks v4.1 — cloud hardening gold standard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4F6EF7"/>
                </a:solidFill>
                <a:latin typeface="Calibri"/>
              </a:rPr>
              <a:t>▸ </a:t>
            </a:r>
            <a:r>
              <a:rPr sz="1200">
                <a:solidFill>
                  <a:srgbClr val="FFFFFF"/>
                </a:solidFill>
                <a:latin typeface="Calibri"/>
              </a:rPr>
              <a:t>NIST 800-53 &amp; CSA CCM v4.1 — federal &amp; cloud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060704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☁  Multi-Cloud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AWS, Azure, GCP</a:t>
            </a:r>
            <a:br/>
            <a:r>
              <a:t>from a single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🔍  Auto-Discovery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 regions &amp; resources</a:t>
            </a:r>
            <a:br/>
            <a:r>
              <a:t>per cloud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⚡  CI/CD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GitHub Actions scan</a:t>
            </a:r>
            <a:br/>
            <a:r>
              <a:t>on every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📦  Container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Unlimited Docker/K8s</a:t>
            </a:r>
            <a:br/>
            <a:r>
              <a:t>file scanning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Roadmap &amp; PoC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457200"/>
          </a:xfrm>
          <a:prstGeom prst="roundRect">
            <a:avLst/>
          </a:prstGeom>
          <a:solidFill>
            <a:srgbClr val="0D2A1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● CURRENT STAGE:  Working PoC — Fully Functional 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212080" cy="14630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THE "TWO-WEEK PLAN"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 b="1">
                <a:solidFill>
                  <a:srgbClr val="FF9F43"/>
                </a:solidFill>
                <a:latin typeface="Calibri"/>
              </a:rPr>
              <a:t>Week 1:</a:t>
            </a:r>
            <a:r>
              <a:rPr sz="1300">
                <a:solidFill>
                  <a:srgbClr val="FFFFFF"/>
                </a:solidFill>
                <a:latin typeface="Calibri"/>
              </a:rPr>
              <a:t> Azure + GCP live scan parity, drift detection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 b="1">
                <a:solidFill>
                  <a:srgbClr val="FF9F43"/>
                </a:solidFill>
                <a:latin typeface="Calibri"/>
              </a:rPr>
              <a:t>Week 2:</a:t>
            </a:r>
            <a:r>
              <a:rPr sz="1300">
                <a:solidFill>
                  <a:srgbClr val="FFFFFF"/>
                </a:solidFill>
                <a:latin typeface="Calibri"/>
              </a:rPr>
              <a:t> GitHub Actions CI/CD, scheduled scans, 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0607040" cy="228600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Calibri"/>
              </a:defRPr>
            </a:pPr>
            <a:r>
              <a:t>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72000"/>
            <a:ext cx="822960" cy="27432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Core engine, CIS/NIST/CCM</a:t>
            </a:r>
            <a:br/>
            <a:r>
              <a:t>rule mapping, Terraform +</a:t>
            </a:r>
            <a:br/>
            <a:r>
              <a:t>container scanning, PDF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572000"/>
            <a:ext cx="822960" cy="27432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5902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 AWS scanning, topology</a:t>
            </a:r>
            <a:br/>
            <a:r>
              <a:t>visualization, dashboard</a:t>
            </a:r>
            <a:br/>
            <a:r>
              <a:t>with trend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572000"/>
            <a:ext cx="1371600" cy="27432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590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F43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Azure + GCP live parity,</a:t>
            </a:r>
            <a:br/>
            <a:r>
              <a:t>GitHub CI/CD, scheduled</a:t>
            </a:r>
            <a:br/>
            <a:r>
              <a:t>scans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4572000"/>
            <a:ext cx="822960" cy="274320"/>
          </a:xfrm>
          <a:prstGeom prst="roundRect">
            <a:avLst/>
          </a:prstGeom>
          <a:solidFill>
            <a:srgbClr val="0D1A0D"/>
          </a:solidFill>
          <a:ln w="1270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45902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F6EF7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21208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Enterprise pilot, RBAC,</a:t>
            </a:r>
            <a:br/>
            <a:r>
              <a:t>API gateway, SaaS</a:t>
            </a:r>
            <a:br/>
            <a:r>
              <a:t>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Working Proof of Concept — Live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286000" cy="365760"/>
          </a:xfrm>
          <a:prstGeom prst="roundRect">
            <a:avLst/>
          </a:prstGeom>
          <a:solidFill>
            <a:srgbClr val="0D2A1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● LIVE DEMO SCREENSHOTS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474720" cy="23774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329184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alibri"/>
              </a:defRPr>
            </a:pPr>
            <a:r>
              <a:t>Login — Enterprise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194560"/>
            <a:ext cx="3474720" cy="23774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2286000"/>
            <a:ext cx="329184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19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alibri"/>
              </a:defRPr>
            </a:pPr>
            <a:r>
              <a:t>Dashboard — Compliance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2194560"/>
            <a:ext cx="3474720" cy="237744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8" y="2286000"/>
            <a:ext cx="329184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58" y="4251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alibri"/>
              </a:defRPr>
            </a:pPr>
            <a:r>
              <a:t>AWS Monitoring — 180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530352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shot_topolo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800600"/>
            <a:ext cx="512064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6400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alibri"/>
              </a:defRPr>
            </a:pPr>
            <a:r>
              <a:t>Infrastructure Topology — Multi-Region Heatmap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09160"/>
            <a:ext cx="5303520" cy="201168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eenshot_compliance_ru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800600"/>
            <a:ext cx="5120640" cy="1508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6400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F43"/>
                </a:solidFill>
                <a:latin typeface="Calibri"/>
              </a:defRPr>
            </a:pPr>
            <a:r>
              <a:t>Compliance Rules — 108 Controls (CIS/NIST/CCM)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411480" cy="411480"/>
          </a:xfrm>
          <a:prstGeom prst="roundRect">
            <a:avLst/>
          </a:prstGeom>
          <a:solidFill>
            <a:srgbClr val="2A1F0D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347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66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F43"/>
                </a:solidFill>
                <a:latin typeface="Calibri"/>
              </a:defRPr>
            </a:pPr>
            <a:r>
              <a:t>COMPLIANCE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Ask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21208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RESOURCES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GPU compute for Cisco Sec-8B model hosting &amp; inference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Azure &amp; GCP sandbox accounts for live validation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Security mentorship for adversarial AI testing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9F43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Enterprise pilot partner for real-world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5212080" cy="2103120"/>
          </a:xfrm>
          <a:prstGeom prst="roundRect">
            <a:avLst/>
          </a:prstGeom>
          <a:solidFill>
            <a:srgbClr val="1A1505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521208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Calibri"/>
              </a:defRPr>
            </a:pPr>
            <a:r>
              <a:t>WHY THIS PROJECT SHOULD 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274320" cy="2743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671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22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First unified multi-framework compliance engine — CIS + NIST + CCM in a single AI-powered scan across AWS, Azure, GCP, Terraform, Docker, and Kubernetes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274320" cy="2743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7157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2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Privacy-first AI — Cisco Sec-8B runs entirely on private infrastructure; zero data leaves the org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274320" cy="2743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2644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22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Working PoC with real results — 180+ live AWS resources scanned, 63 critical findings identified, downloadable compliance reports generated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10607040" cy="2103120"/>
          </a:xfrm>
          <a:prstGeom prst="roundRect">
            <a:avLst/>
          </a:prstGeom>
          <a:solidFill>
            <a:srgbClr val="1A1D2E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Invecto Compliance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Calibri"/>
              </a:defRPr>
            </a:pPr>
            <a:r>
              <a:t>AI-Powered Cloud Compliance — Simplified.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Powered by Cisco Sec-8B  ·  Invecto Technologies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